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502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03152" y="647395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7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570" dirty="0"/>
          </a:p>
        </p:txBody>
      </p:sp>
      <p:sp>
        <p:nvSpPr>
          <p:cNvPr id="5" name="Text 3"/>
          <p:cNvSpPr/>
          <p:nvPr/>
        </p:nvSpPr>
        <p:spPr>
          <a:xfrm>
            <a:off x="694944" y="1444752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프로게이머</a:t>
            </a:r>
            <a:endParaRPr lang="en-US" sz="1850" dirty="0"/>
          </a:p>
          <a:p>
            <a:pPr algn="l" indent="0" marL="0">
              <a:buNone/>
            </a:pPr>
            <a:r>
              <a:rPr lang="en-US" sz="18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피지컬 테스트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876288" y="4736592"/>
            <a:ext cx="4315968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66760" y="5010912"/>
            <a:ext cx="12801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2071146 / 이정환</a:t>
            </a:r>
            <a:endParaRPr lang="en-US" sz="5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502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03152" y="647395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7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57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기획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6656" y="1170432"/>
            <a:ext cx="4846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흩어져 있는 피지컬 테스트를 하나의 콘솔 게임으로 통합</a:t>
            </a:r>
            <a:endParaRPr lang="en-US" sz="580" dirty="0"/>
          </a:p>
        </p:txBody>
      </p:sp>
      <p:sp>
        <p:nvSpPr>
          <p:cNvPr id="7" name="Text 5"/>
          <p:cNvSpPr/>
          <p:nvPr/>
        </p:nvSpPr>
        <p:spPr>
          <a:xfrm>
            <a:off x="3657600" y="2798064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반응속도, 방향키 순발력, 클릭, 타이밍 테스트를 4가지 미니게임으로 구성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3657600" y="3236976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메뉴에서 원하는 테스트를 선택하고 순서와 상관없이 플레이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3657600" y="3675888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테스트를 완료하면 총점과 티어를 표시해 결과를 직관적으로 제공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502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03152" y="647395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7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57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6384" y="2240280"/>
            <a:ext cx="2258568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450592"/>
            <a:ext cx="2039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710" dirty="0"/>
          </a:p>
        </p:txBody>
      </p:sp>
      <p:sp>
        <p:nvSpPr>
          <p:cNvPr id="8" name="Text 6"/>
          <p:cNvSpPr/>
          <p:nvPr/>
        </p:nvSpPr>
        <p:spPr>
          <a:xfrm>
            <a:off x="896112" y="2715768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/ 흐름 관리</a:t>
            </a:r>
            <a:endParaRPr lang="en-US" sz="560" dirty="0"/>
          </a:p>
        </p:txBody>
      </p:sp>
      <p:sp>
        <p:nvSpPr>
          <p:cNvPr id="9" name="Shape 7"/>
          <p:cNvSpPr/>
          <p:nvPr/>
        </p:nvSpPr>
        <p:spPr>
          <a:xfrm>
            <a:off x="3493008" y="2240280"/>
            <a:ext cx="2258568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2736" y="2450592"/>
            <a:ext cx="2039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play_*</a:t>
            </a:r>
            <a:endParaRPr lang="en-US" sz="710" dirty="0"/>
          </a:p>
        </p:txBody>
      </p:sp>
      <p:sp>
        <p:nvSpPr>
          <p:cNvPr id="11" name="Text 9"/>
          <p:cNvSpPr/>
          <p:nvPr/>
        </p:nvSpPr>
        <p:spPr>
          <a:xfrm>
            <a:off x="3602736" y="2715768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미니게임 실행</a:t>
            </a:r>
            <a:endParaRPr lang="en-US" sz="560" dirty="0"/>
          </a:p>
        </p:txBody>
      </p:sp>
      <p:sp>
        <p:nvSpPr>
          <p:cNvPr id="12" name="Shape 10"/>
          <p:cNvSpPr/>
          <p:nvPr/>
        </p:nvSpPr>
        <p:spPr>
          <a:xfrm>
            <a:off x="6199632" y="2240280"/>
            <a:ext cx="2258568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450592"/>
            <a:ext cx="2039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</a:t>
            </a:r>
            <a:endParaRPr lang="en-US" sz="710" dirty="0"/>
          </a:p>
        </p:txBody>
      </p:sp>
      <p:sp>
        <p:nvSpPr>
          <p:cNvPr id="14" name="Text 12"/>
          <p:cNvSpPr/>
          <p:nvPr/>
        </p:nvSpPr>
        <p:spPr>
          <a:xfrm>
            <a:off x="6309360" y="2715768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총점 / 티어 계산</a:t>
            </a:r>
            <a:endParaRPr lang="en-US" sz="560" dirty="0"/>
          </a:p>
        </p:txBody>
      </p:sp>
      <p:sp>
        <p:nvSpPr>
          <p:cNvPr id="15" name="Shape 13"/>
          <p:cNvSpPr/>
          <p:nvPr/>
        </p:nvSpPr>
        <p:spPr>
          <a:xfrm>
            <a:off x="8906256" y="2240280"/>
            <a:ext cx="2258568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15984" y="2450592"/>
            <a:ext cx="2039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util</a:t>
            </a:r>
            <a:endParaRPr lang="en-US" sz="710" dirty="0"/>
          </a:p>
        </p:txBody>
      </p:sp>
      <p:sp>
        <p:nvSpPr>
          <p:cNvPr id="17" name="Text 15"/>
          <p:cNvSpPr/>
          <p:nvPr/>
        </p:nvSpPr>
        <p:spPr>
          <a:xfrm>
            <a:off x="9015984" y="2715768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입력 / 시간 측정</a:t>
            </a:r>
            <a:endParaRPr lang="en-US" sz="560" dirty="0"/>
          </a:p>
        </p:txBody>
      </p:sp>
      <p:sp>
        <p:nvSpPr>
          <p:cNvPr id="18" name="Text 16"/>
          <p:cNvSpPr/>
          <p:nvPr/>
        </p:nvSpPr>
        <p:spPr>
          <a:xfrm>
            <a:off x="896112" y="39776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main: 메뉴 출력, 게임 시작과 종료 흐름 관리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896112" y="432511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play_* 함수: 반응속도, 방향키, 클릭, 타이밍 테스트 실행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96112" y="4672584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 함수: 각 테스트 점수 합산과 티어 판정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896112" y="5020056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util 함수: 키 입력, 화면 초기화, 시간 측정 기능 분리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502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03152" y="647395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7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57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75888" y="24505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conio.h의 _getch(), _kbhit()로 즉시 키 입력 처리</a:t>
            </a:r>
            <a:endParaRPr lang="en-US" sz="720" dirty="0"/>
          </a:p>
        </p:txBody>
      </p:sp>
      <p:sp>
        <p:nvSpPr>
          <p:cNvPr id="7" name="Text 5"/>
          <p:cNvSpPr/>
          <p:nvPr/>
        </p:nvSpPr>
        <p:spPr>
          <a:xfrm>
            <a:off x="3675888" y="286207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windows.h의 Sleep(), QueryPerformanceCounter()로 반응 시간 측정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3675888" y="327355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테스트는 100점 만점, 총점은 400점 만점 기준으로 계산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3675888" y="368503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구간에 따라 IRON부터 DIAMOND까지 티어 부여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3675888" y="409651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gotoxy(), getKeyDown() 등 콘솔 의존 기능은 util로 분리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502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03152" y="647395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7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57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89888" y="1664208"/>
            <a:ext cx="9217152" cy="40416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18304" y="3419856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동영상 또는 실행 화면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3246120" y="3858768"/>
            <a:ext cx="5669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9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 → 테스트 선택 → 4개 테스트 완료 → 총점 / 티어 출력</a:t>
            </a:r>
            <a:endParaRPr lang="en-US" sz="5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502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03152" y="647395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7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57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0" y="22128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개편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193792" y="2221992"/>
            <a:ext cx="4343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미니게임별 난이도와 점수 기준을 실제 플레이 결과에 맞게 조정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3657600" y="281635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구조 개편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193792" y="2825496"/>
            <a:ext cx="4343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main, play, score, util 모듈로 역할을 분리해 유지보수성 개선</a:t>
            </a:r>
            <a:endParaRPr lang="en-US" sz="620" dirty="0"/>
          </a:p>
        </p:txBody>
      </p:sp>
      <p:sp>
        <p:nvSpPr>
          <p:cNvPr id="10" name="Text 8"/>
          <p:cNvSpPr/>
          <p:nvPr/>
        </p:nvSpPr>
        <p:spPr>
          <a:xfrm>
            <a:off x="3657600" y="341985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티어 목록 개편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193792" y="3429000"/>
            <a:ext cx="4343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IRON부터 DIAMOND까지 등급 이름과 점수 구간을 보기 좋게 정리</a:t>
            </a:r>
            <a:endParaRPr lang="en-US" sz="62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테스트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193792" y="4032504"/>
            <a:ext cx="4343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콘솔 / Visual Studio 환경에서 입력과 시간 측정 정확도 검증</a:t>
            </a:r>
            <a:endParaRPr lang="en-US" sz="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Program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프로게이머 피지컬 테스트</dc:title>
  <dc:subject>프로그래밍랩 중간발표</dc:subject>
  <dc:creator>jwlee</dc:creator>
  <cp:lastModifiedBy>jwlee</cp:lastModifiedBy>
  <cp:revision>1</cp:revision>
  <dcterms:created xsi:type="dcterms:W3CDTF">2026-05-28T03:21:45Z</dcterms:created>
  <dcterms:modified xsi:type="dcterms:W3CDTF">2026-05-28T03:21:45Z</dcterms:modified>
</cp:coreProperties>
</file>