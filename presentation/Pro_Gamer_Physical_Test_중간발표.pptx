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02920"/>
            <a:ext cx="1005840" cy="256032"/>
          </a:xfrm>
          <a:prstGeom prst="rect">
            <a:avLst/>
          </a:prstGeom>
          <a:solidFill>
            <a:srgbClr val="27D7E7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80160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Test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반응속도, 정확도, 순발력을 테스트하고 최종 티어로 보여주는 C언어 콘솔 미니게임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3703320"/>
            <a:ext cx="1078992" cy="320040"/>
          </a:xfrm>
          <a:prstGeom prst="roundRect">
            <a:avLst>
              <a:gd name="adj" fmla="val 11429"/>
            </a:avLst>
          </a:prstGeom>
          <a:solidFill>
            <a:srgbClr val="6BE675">
              <a:alpha val="14000"/>
            </a:srgbClr>
          </a:solidFill>
          <a:ln w="10160">
            <a:solidFill>
              <a:srgbClr val="6BE67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781044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LANGUAGE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938528" y="3703320"/>
            <a:ext cx="1600200" cy="320040"/>
          </a:xfrm>
          <a:prstGeom prst="roundRect">
            <a:avLst>
              <a:gd name="adj" fmla="val 11429"/>
            </a:avLst>
          </a:prstGeom>
          <a:solidFill>
            <a:srgbClr val="27D7E7">
              <a:alpha val="14000"/>
            </a:srgbClr>
          </a:solidFill>
          <a:ln w="10160">
            <a:solidFill>
              <a:srgbClr val="27D7E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3781044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CONSOLE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3675888" y="3703320"/>
            <a:ext cx="1097280" cy="320040"/>
          </a:xfrm>
          <a:prstGeom prst="roundRect">
            <a:avLst>
              <a:gd name="adj" fmla="val 11429"/>
            </a:avLst>
          </a:prstGeom>
          <a:solidFill>
            <a:srgbClr val="FFD166">
              <a:alpha val="14000"/>
            </a:srgbClr>
          </a:solidFill>
          <a:ln w="1016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3781044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 GAME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6720840" y="777240"/>
            <a:ext cx="4480560" cy="4800600"/>
          </a:xfrm>
          <a:prstGeom prst="roundRect">
            <a:avLst>
              <a:gd name="adj" fmla="val 1020"/>
            </a:avLst>
          </a:prstGeom>
          <a:solidFill>
            <a:srgbClr val="0B0F15"/>
          </a:solidFill>
          <a:ln w="10160">
            <a:solidFill>
              <a:srgbClr val="24364A">
                <a:alpha val="8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0840" y="777240"/>
            <a:ext cx="4480560" cy="310896"/>
          </a:xfrm>
          <a:prstGeom prst="rect">
            <a:avLst/>
          </a:prstGeom>
          <a:solidFill>
            <a:srgbClr val="151D29"/>
          </a:solidFill>
          <a:ln w="12700">
            <a:solidFill>
              <a:srgbClr val="151D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85432" y="873252"/>
            <a:ext cx="4151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PRO-GAMER-TEST.exe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6949440" y="1307592"/>
            <a:ext cx="4023360" cy="41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PRO GAMER TEST =====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Reaction Test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Arrow Speed Test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Click Test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Timing Test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SCORE : ???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TIER   : GOLD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Ready?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| PROJECT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게임의 핵심은 ‘내 피지컬이 어느 티어인지’ 바로 보여주는 것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점수보다 티어 판정이 있어 결과 확인의 재미가 커진다.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945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40280" y="217627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/ 반응속도 테스트 / 콘솔 게임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85800" y="2770632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202B3C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9077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40280" y="28895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PC, Windows 콘솔, Visual Studio 기준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85800" y="3483864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2102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언어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40280" y="360273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C언어: 화면 출력, 키 입력, 점수 계산 중심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85800" y="4197096"/>
            <a:ext cx="10835640" cy="502920"/>
          </a:xfrm>
          <a:prstGeom prst="roundRect">
            <a:avLst>
              <a:gd name="adj" fmla="val 9091"/>
            </a:avLst>
          </a:prstGeom>
          <a:solidFill>
            <a:srgbClr val="202B3C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3342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유저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40280" y="431596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피지컬 테스트에 관심 있는 사용자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| CORE FUN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테스트를 반복해 점수를 올리는 구조라 부담 없이 즐길 수 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반응, 입력, 클릭, 타이밍을 각각 다른 방식으로 측정한다.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2057400" cy="2377440"/>
          </a:xfrm>
          <a:prstGeom prst="roundRect">
            <a:avLst>
              <a:gd name="adj" fmla="val 2222"/>
            </a:avLst>
          </a:prstGeom>
          <a:solidFill>
            <a:srgbClr val="131C29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252728" y="3182112"/>
            <a:ext cx="1097280" cy="0"/>
          </a:xfrm>
          <a:prstGeom prst="line">
            <a:avLst/>
          </a:prstGeom>
          <a:noFill/>
          <a:ln w="25400">
            <a:solidFill>
              <a:srgbClr val="27D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 보고 빠르게 입력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75888" y="2148840"/>
            <a:ext cx="2057400" cy="2377440"/>
          </a:xfrm>
          <a:prstGeom prst="roundRect">
            <a:avLst>
              <a:gd name="adj" fmla="val 2222"/>
            </a:avLst>
          </a:prstGeom>
          <a:solidFill>
            <a:srgbClr val="131C29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41648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순발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151376" y="3182112"/>
            <a:ext cx="1097280" cy="0"/>
          </a:xfrm>
          <a:prstGeom prst="line">
            <a:avLst/>
          </a:prstGeom>
          <a:noFill/>
          <a:ln w="25400">
            <a:solidFill>
              <a:srgbClr val="6BE6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방향키를 즉시 입력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74536" y="2148840"/>
            <a:ext cx="2057400" cy="2377440"/>
          </a:xfrm>
          <a:prstGeom prst="roundRect">
            <a:avLst>
              <a:gd name="adj" fmla="val 2222"/>
            </a:avLst>
          </a:prstGeom>
          <a:solidFill>
            <a:srgbClr val="131C29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7050024" y="3182112"/>
            <a:ext cx="10972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동안 연타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73184" y="2148840"/>
            <a:ext cx="2057400" cy="2377440"/>
          </a:xfrm>
          <a:prstGeom prst="roundRect">
            <a:avLst>
              <a:gd name="adj" fmla="val 2222"/>
            </a:avLst>
          </a:prstGeom>
          <a:solidFill>
            <a:srgbClr val="131C29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38944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타이밍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948672" y="3182112"/>
            <a:ext cx="109728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1784" y="3493008"/>
            <a:ext cx="16002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위치에 가깝게 정지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" y="5285232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보상: 4개 테스트 점수를 합산해 IRON부터 DIAMOND까지 티어로 피드백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| GAME 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플레이어는 원하는 테스트를 선택하고, 4개를 모두 완료하면 최종 티어를 받는다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자유도는 주되, 전체 테스트 완료를 최종 결과 조건으로 둔다.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6968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3218688"/>
            <a:ext cx="402336" cy="0"/>
          </a:xfrm>
          <a:prstGeom prst="line">
            <a:avLst/>
          </a:prstGeom>
          <a:noFill/>
          <a:ln w="16510">
            <a:solidFill>
              <a:srgbClr val="3342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32888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34056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선택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3218688"/>
            <a:ext cx="402336" cy="0"/>
          </a:xfrm>
          <a:prstGeom prst="line">
            <a:avLst/>
          </a:prstGeom>
          <a:noFill/>
          <a:ln w="16510">
            <a:solidFill>
              <a:srgbClr val="3342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9976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81144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플레이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79008" y="3218688"/>
            <a:ext cx="402336" cy="0"/>
          </a:xfrm>
          <a:prstGeom prst="line">
            <a:avLst/>
          </a:prstGeom>
          <a:noFill/>
          <a:ln w="16510">
            <a:solidFill>
              <a:srgbClr val="33425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27064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28232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점수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26096" y="3218688"/>
            <a:ext cx="402336" cy="0"/>
          </a:xfrm>
          <a:prstGeom prst="line">
            <a:avLst/>
          </a:prstGeom>
          <a:noFill/>
          <a:ln w="16510">
            <a:solidFill>
              <a:srgbClr val="33425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74152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93024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5320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총점 계산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473184" y="3218688"/>
            <a:ext cx="402336" cy="0"/>
          </a:xfrm>
          <a:prstGeom prst="line">
            <a:avLst/>
          </a:prstGeom>
          <a:noFill/>
          <a:ln w="16510">
            <a:solidFill>
              <a:srgbClr val="334255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21240" y="2834640"/>
            <a:ext cx="1353312" cy="749808"/>
          </a:xfrm>
          <a:prstGeom prst="roundRect">
            <a:avLst>
              <a:gd name="adj" fmla="val 6098"/>
            </a:avLst>
          </a:prstGeom>
          <a:solidFill>
            <a:srgbClr val="1C2B22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40112" y="295351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22408" y="316382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출력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51560" y="4343400"/>
            <a:ext cx="10058400" cy="1170432"/>
          </a:xfrm>
          <a:prstGeom prst="roundRect">
            <a:avLst>
              <a:gd name="adj" fmla="val 3906"/>
            </a:avLst>
          </a:prstGeom>
          <a:solidFill>
            <a:srgbClr val="0B0F15"/>
          </a:solidFill>
          <a:ln w="10160">
            <a:solidFill>
              <a:srgbClr val="24364A">
                <a:alpha val="8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4343400"/>
            <a:ext cx="10058400" cy="310896"/>
          </a:xfrm>
          <a:prstGeom prst="rect">
            <a:avLst/>
          </a:prstGeom>
          <a:solidFill>
            <a:srgbClr val="151D29"/>
          </a:solidFill>
          <a:ln w="12700">
            <a:solidFill>
              <a:srgbClr val="151D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16152" y="4439412"/>
            <a:ext cx="9729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flow.log</a:t>
            </a:r>
            <a:endParaRPr lang="en-US" sz="660" dirty="0"/>
          </a:p>
        </p:txBody>
      </p:sp>
      <p:sp>
        <p:nvSpPr>
          <p:cNvPr id="33" name="Text 31"/>
          <p:cNvSpPr/>
          <p:nvPr/>
        </p:nvSpPr>
        <p:spPr>
          <a:xfrm>
            <a:off x="1280160" y="4873752"/>
            <a:ext cx="9601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[DONE] Reaction : 85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[DONE] Arrow    : 72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[DONE] Click    : 78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[DONE] Timing   : 90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315  |  TIER: GOLD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| MINI GAMES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테스트가 서로 다른 피지컬을 측정하도록 역할을 분리했다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완성도를 위해 미니게임 수를 4개로 고정하고 각 테스트의 규칙을 명확히 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" y="1874520"/>
            <a:ext cx="4983480" cy="1481328"/>
          </a:xfrm>
          <a:prstGeom prst="roundRect">
            <a:avLst>
              <a:gd name="adj" fmla="val 3086"/>
            </a:avLst>
          </a:prstGeom>
          <a:solidFill>
            <a:srgbClr val="141E2B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 Test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25877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신호가 나온 뒤 스페이스바를 누른 시간으로 점수화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193792" y="2359152"/>
            <a:ext cx="256032" cy="347472"/>
          </a:xfrm>
          <a:prstGeom prst="chevron">
            <a:avLst/>
          </a:prstGeom>
          <a:solidFill>
            <a:srgbClr val="27D7E7"/>
          </a:solidFill>
          <a:ln w="12700">
            <a:solidFill>
              <a:srgbClr val="27D7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74520"/>
            <a:ext cx="4983480" cy="1481328"/>
          </a:xfrm>
          <a:prstGeom prst="roundRect">
            <a:avLst>
              <a:gd name="adj" fmla="val 3086"/>
            </a:avLst>
          </a:prstGeom>
          <a:solidFill>
            <a:srgbClr val="141E2B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103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Speed 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65392" y="25877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방향키를 빠르게 입력해 순발력 측정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10716768" y="2359152"/>
            <a:ext cx="256032" cy="347472"/>
          </a:xfrm>
          <a:prstGeom prst="chevron">
            <a:avLst/>
          </a:prstGeom>
          <a:solidFill>
            <a:srgbClr val="6BE675"/>
          </a:solidFill>
          <a:ln w="12700">
            <a:solidFill>
              <a:srgbClr val="6BE6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069080"/>
            <a:ext cx="4983480" cy="1481328"/>
          </a:xfrm>
          <a:prstGeom prst="roundRect">
            <a:avLst>
              <a:gd name="adj" fmla="val 3086"/>
            </a:avLst>
          </a:prstGeom>
          <a:solidFill>
            <a:srgbClr val="141E2B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297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42416" y="47823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시간 동안 왼쪽 버튼 클릭 횟수 측정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193792" y="4553712"/>
            <a:ext cx="256032" cy="347472"/>
          </a:xfrm>
          <a:prstGeom prst="chevron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069080"/>
            <a:ext cx="4983480" cy="1481328"/>
          </a:xfrm>
          <a:prstGeom prst="roundRect">
            <a:avLst>
              <a:gd name="adj" fmla="val 3086"/>
            </a:avLst>
          </a:prstGeom>
          <a:solidFill>
            <a:srgbClr val="141E2B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2976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 Test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65392" y="47823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떨어지는 표시를 목표 지점에 가깝게 정지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0716768" y="4553712"/>
            <a:ext cx="256032" cy="347472"/>
          </a:xfrm>
          <a:prstGeom prst="chevron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| SCORE &amp; TIER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점수는 직관적으로 티어에 매핑해 결과 화면의 만족감을 만든다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테스트 점수 합산 후 100점 단위로 등급을 나누는 단순한 기준을 사용한다.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18653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7E87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IRON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1965960" y="1856232"/>
            <a:ext cx="844062" cy="201168"/>
          </a:xfrm>
          <a:prstGeom prst="rect">
            <a:avLst/>
          </a:prstGeom>
          <a:solidFill>
            <a:srgbClr val="7E8794">
              <a:alpha val="92000"/>
            </a:srgbClr>
          </a:solidFill>
          <a:ln w="12700">
            <a:solidFill>
              <a:srgbClr val="7E879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183794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0~99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24323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B278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BRONZE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1965960" y="2423160"/>
            <a:ext cx="2250831" cy="201168"/>
          </a:xfrm>
          <a:prstGeom prst="rect">
            <a:avLst/>
          </a:prstGeom>
          <a:solidFill>
            <a:srgbClr val="B2784C">
              <a:alpha val="92000"/>
            </a:srgbClr>
          </a:solidFill>
          <a:ln w="12700">
            <a:solidFill>
              <a:srgbClr val="B2784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0" y="2404872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100~199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29992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BFC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SILVER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965960" y="2990088"/>
            <a:ext cx="3657600" cy="201168"/>
          </a:xfrm>
          <a:prstGeom prst="rect">
            <a:avLst/>
          </a:prstGeom>
          <a:solidFill>
            <a:srgbClr val="BFC8D6">
              <a:alpha val="92000"/>
            </a:srgbClr>
          </a:solidFill>
          <a:ln w="12700">
            <a:solidFill>
              <a:srgbClr val="BFC8D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2971800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200~299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8680" y="35661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65960" y="3557016"/>
            <a:ext cx="5064369" cy="201168"/>
          </a:xfrm>
          <a:prstGeom prst="rect">
            <a:avLst/>
          </a:prstGeom>
          <a:solidFill>
            <a:srgbClr val="FFD166">
              <a:alpha val="92000"/>
            </a:srgbClr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3538728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300~399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PLATINUM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965960" y="4123944"/>
            <a:ext cx="6471138" cy="201168"/>
          </a:xfrm>
          <a:prstGeom prst="rect">
            <a:avLst/>
          </a:prstGeom>
          <a:solidFill>
            <a:srgbClr val="27D7E7">
              <a:alpha val="92000"/>
            </a:srgbClr>
          </a:solidFill>
          <a:ln w="12700">
            <a:solidFill>
              <a:srgbClr val="27D7E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4105656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400~499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47000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6C9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DIAMOND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965960" y="4690872"/>
            <a:ext cx="7863840" cy="201168"/>
          </a:xfrm>
          <a:prstGeom prst="rect">
            <a:avLst/>
          </a:prstGeom>
          <a:solidFill>
            <a:srgbClr val="6C9BFF">
              <a:alpha val="92000"/>
            </a:srgbClr>
          </a:solidFill>
          <a:ln w="12700">
            <a:solidFill>
              <a:srgbClr val="6C9B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4672584"/>
            <a:ext cx="8229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500+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73568" y="4983480"/>
            <a:ext cx="2971800" cy="566928"/>
          </a:xfrm>
          <a:prstGeom prst="roundRect">
            <a:avLst>
              <a:gd name="adj" fmla="val 8065"/>
            </a:avLst>
          </a:prstGeom>
          <a:solidFill>
            <a:srgbClr val="1B2B22"/>
          </a:solidFill>
          <a:ln w="10160">
            <a:solidFill>
              <a:srgbClr val="6BE675">
                <a:alpha val="8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5175504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총점 315점 = GOLD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| UI / UX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콘솔 화면에서도 메뉴, 진행 상태, 결과가 한눈에 보이도록 단순하게 설계한다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ASCII 기반이라 구현 난이도는 낮추고 정보 전달은 선명하게 가져간다.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1828800"/>
            <a:ext cx="4983480" cy="3611880"/>
          </a:xfrm>
          <a:prstGeom prst="roundRect">
            <a:avLst>
              <a:gd name="adj" fmla="val 1266"/>
            </a:avLst>
          </a:prstGeom>
          <a:solidFill>
            <a:srgbClr val="0B0F15"/>
          </a:solidFill>
          <a:ln w="10160">
            <a:solidFill>
              <a:srgbClr val="24364A">
                <a:alpha val="8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4983480" cy="310896"/>
          </a:xfrm>
          <a:prstGeom prst="rect">
            <a:avLst/>
          </a:prstGeom>
          <a:solidFill>
            <a:srgbClr val="151D29"/>
          </a:solidFill>
          <a:ln w="12700">
            <a:solidFill>
              <a:srgbClr val="151D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924812"/>
            <a:ext cx="4654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033272" y="2359152"/>
            <a:ext cx="45262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MENU =====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Game Info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Start Test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Result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Exit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&gt; 2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355080" y="1828800"/>
            <a:ext cx="4983480" cy="3611880"/>
          </a:xfrm>
          <a:prstGeom prst="roundRect">
            <a:avLst>
              <a:gd name="adj" fmla="val 1266"/>
            </a:avLst>
          </a:prstGeom>
          <a:solidFill>
            <a:srgbClr val="0B0F15"/>
          </a:solidFill>
          <a:ln w="10160">
            <a:solidFill>
              <a:srgbClr val="24364A">
                <a:alpha val="8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828800"/>
            <a:ext cx="4983480" cy="310896"/>
          </a:xfrm>
          <a:prstGeom prst="rect">
            <a:avLst/>
          </a:prstGeom>
          <a:solidFill>
            <a:srgbClr val="151D29"/>
          </a:solidFill>
          <a:ln w="12700">
            <a:solidFill>
              <a:srgbClr val="151D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924812"/>
            <a:ext cx="4654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A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660" dirty="0"/>
          </a:p>
        </p:txBody>
      </p:sp>
      <p:sp>
        <p:nvSpPr>
          <p:cNvPr id="14" name="Text 12"/>
          <p:cNvSpPr/>
          <p:nvPr/>
        </p:nvSpPr>
        <p:spPr>
          <a:xfrm>
            <a:off x="6583680" y="2359152"/>
            <a:ext cx="45262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RESULT =====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 Test : 85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Test    : 72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Test    : 78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Timing Test   : 90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Score   : 315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Tier     : GOLD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| IMPLEMENTATION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함수를 분리해 Windows 콘솔 환경 차이를 관리한다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gotoxy(), getKeyDown() 같은 콘솔 의존 기능을 따로 묶으면 수정과 테스트가 쉬워진다.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51560" y="1874520"/>
            <a:ext cx="9418320" cy="502920"/>
          </a:xfrm>
          <a:prstGeom prst="roundRect">
            <a:avLst>
              <a:gd name="adj" fmla="val 9091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11680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201168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메뉴, 진행 순서, 다시 하기/종료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63040" y="2660904"/>
            <a:ext cx="8595360" cy="502920"/>
          </a:xfrm>
          <a:prstGeom prst="roundRect">
            <a:avLst>
              <a:gd name="adj" fmla="val 9091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79806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E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game_tests.c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47288" y="27980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반응속도 / 방향키 / 클릭 / 타이밍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3447288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182130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358444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score.c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358444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점수, 총점, 티어 계산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4233672"/>
            <a:ext cx="6949440" cy="502920"/>
          </a:xfrm>
          <a:prstGeom prst="roundRect">
            <a:avLst>
              <a:gd name="adj" fmla="val 9091"/>
            </a:avLst>
          </a:prstGeom>
          <a:solidFill>
            <a:srgbClr val="1B2635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37083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console_util.c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70248" y="437083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gotoxy, 키 입력, 화면 지우기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43584" y="5394960"/>
            <a:ext cx="9692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핵심 게임 로직과 콘솔 입출력 로직을 섞지 않아 디버깅 부담을 줄인다.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| DEVELOPMENT PLAN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 일정 안에서 테스트 4종과 결과 시스템까지 완성하는 것이 목표다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중간발표 이후에는 구현과 테스트 안정화에 집중한다.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2926080"/>
            <a:ext cx="1481328" cy="0"/>
          </a:xfrm>
          <a:prstGeom prst="line">
            <a:avLst/>
          </a:prstGeom>
          <a:noFill/>
          <a:ln w="38100">
            <a:solidFill>
              <a:srgbClr val="6BE6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2816352"/>
            <a:ext cx="219456" cy="219456"/>
          </a:xfrm>
          <a:prstGeom prst="ellipse">
            <a:avLst/>
          </a:prstGeom>
          <a:solidFill>
            <a:srgbClr val="6BE675"/>
          </a:solidFill>
          <a:ln w="12700">
            <a:solidFill>
              <a:srgbClr val="6BE6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작성 / 구조 설계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9464" y="2926080"/>
            <a:ext cx="1481328" cy="0"/>
          </a:xfrm>
          <a:prstGeom prst="line">
            <a:avLst/>
          </a:prstGeom>
          <a:noFill/>
          <a:ln w="38100">
            <a:solidFill>
              <a:srgbClr val="334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2816352"/>
            <a:ext cx="219456" cy="219456"/>
          </a:xfrm>
          <a:prstGeom prst="ellipse">
            <a:avLst/>
          </a:prstGeom>
          <a:solidFill>
            <a:srgbClr val="202B3C"/>
          </a:solidFill>
          <a:ln w="12700">
            <a:solidFill>
              <a:srgbClr val="3342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32304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 / 화면 출력 / 키 입력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25696" y="2926080"/>
            <a:ext cx="1481328" cy="0"/>
          </a:xfrm>
          <a:prstGeom prst="line">
            <a:avLst/>
          </a:prstGeom>
          <a:noFill/>
          <a:ln w="38100">
            <a:solidFill>
              <a:srgbClr val="3342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816352"/>
            <a:ext cx="219456" cy="219456"/>
          </a:xfrm>
          <a:prstGeom prst="ellipse">
            <a:avLst/>
          </a:prstGeom>
          <a:solidFill>
            <a:srgbClr val="202B3C"/>
          </a:solidFill>
          <a:ln w="12700">
            <a:solidFill>
              <a:srgbClr val="3342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8536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88536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반응속도 테스트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81928" y="2926080"/>
            <a:ext cx="1481328" cy="0"/>
          </a:xfrm>
          <a:prstGeom prst="line">
            <a:avLst/>
          </a:prstGeom>
          <a:noFill/>
          <a:ln w="38100">
            <a:solidFill>
              <a:srgbClr val="3342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816352"/>
            <a:ext cx="219456" cy="219456"/>
          </a:xfrm>
          <a:prstGeom prst="ellipse">
            <a:avLst/>
          </a:prstGeom>
          <a:solidFill>
            <a:srgbClr val="202B3C"/>
          </a:solidFill>
          <a:ln w="12700">
            <a:solidFill>
              <a:srgbClr val="3342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44768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방향키 테스트 / 광클 테스트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38160" y="2926080"/>
            <a:ext cx="1481328" cy="0"/>
          </a:xfrm>
          <a:prstGeom prst="line">
            <a:avLst/>
          </a:prstGeom>
          <a:noFill/>
          <a:ln w="38100">
            <a:solidFill>
              <a:srgbClr val="334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19872" y="2816352"/>
            <a:ext cx="219456" cy="219456"/>
          </a:xfrm>
          <a:prstGeom prst="ellipse">
            <a:avLst/>
          </a:prstGeom>
          <a:solidFill>
            <a:srgbClr val="202B3C"/>
          </a:solidFill>
          <a:ln w="12700">
            <a:solidFill>
              <a:srgbClr val="3342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타이밍 테스트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994392" y="2926080"/>
            <a:ext cx="1481328" cy="0"/>
          </a:xfrm>
          <a:prstGeom prst="line">
            <a:avLst/>
          </a:prstGeom>
          <a:noFill/>
          <a:ln w="38100">
            <a:solidFill>
              <a:srgbClr val="3342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76104" y="2816352"/>
            <a:ext cx="219456" cy="219456"/>
          </a:xfrm>
          <a:prstGeom prst="ellipse">
            <a:avLst/>
          </a:prstGeom>
          <a:solidFill>
            <a:srgbClr val="202B3C"/>
          </a:solidFill>
          <a:ln w="12700">
            <a:solidFill>
              <a:srgbClr val="3342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57232" y="324612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857232" y="35844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계산 / 티어 출력 / 버그 수정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011680" y="5074920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151F2D"/>
          </a:solidFill>
          <a:ln w="10160">
            <a:solidFill>
              <a:srgbClr val="334255">
                <a:alpha val="8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5248656"/>
            <a:ext cx="7498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개발: 기획, 프로그래밍, 테스트, 발표 자료 정리를 혼자 진행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B0F15">
              <a:alpha val="92000"/>
            </a:srgbClr>
          </a:solidFill>
          <a:ln w="12700">
            <a:solidFill>
              <a:srgbClr val="0B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| RISKS &amp; NEXT STEP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76072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리스크는 개발 환경 차이와 구현 범위 확장이다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03504" y="138988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4개 테스트로 고정하고 콘솔 의존 코드를 분리해 완성도를 우선한다.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" y="2057400"/>
            <a:ext cx="10442448" cy="749808"/>
          </a:xfrm>
          <a:prstGeom prst="roundRect">
            <a:avLst>
              <a:gd name="adj" fmla="val 6098"/>
            </a:avLst>
          </a:prstGeom>
          <a:solidFill>
            <a:srgbClr val="151F2D"/>
          </a:solidFill>
          <a:ln w="10160">
            <a:solidFill>
              <a:srgbClr val="27D7E7">
                <a:alpha val="8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3856" y="222199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7D7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/ Windows 차이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493008" y="2203704"/>
            <a:ext cx="7086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windows.h, conio.h, SetConsoleCursorPosition()은 Windows 전용이므로 최종 실행은 Visual Studio 환경 기준으로 검증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868680" y="3136392"/>
            <a:ext cx="10442448" cy="749808"/>
          </a:xfrm>
          <a:prstGeom prst="roundRect">
            <a:avLst>
              <a:gd name="adj" fmla="val 6098"/>
            </a:avLst>
          </a:prstGeom>
          <a:solidFill>
            <a:srgbClr val="1D2117"/>
          </a:solidFill>
          <a:ln w="10160">
            <a:solidFill>
              <a:srgbClr val="FFD166">
                <a:alpha val="8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30098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D1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 개수 증가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493008" y="3282696"/>
            <a:ext cx="7086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3F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기능을 늘리기보다 테스트 4개를 안정적으로 완성하고 점수/티어 피드백을 정확히 구현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1901952" y="5074920"/>
            <a:ext cx="8366760" cy="658368"/>
          </a:xfrm>
          <a:prstGeom prst="roundRect">
            <a:avLst>
              <a:gd name="adj" fmla="val 6944"/>
            </a:avLst>
          </a:prstGeom>
          <a:solidFill>
            <a:srgbClr val="1B2B22"/>
          </a:solidFill>
          <a:ln w="10160">
            <a:solidFill>
              <a:srgbClr val="6BE675">
                <a:alpha val="8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530352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6BE6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목표: 메인 메뉴와 입력 처리부터 구현하고, 한 테스트씩 완성해 점수 시스템에 연결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75488" y="6583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AA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 Gamer Physical Test | C Console Game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265408" y="65196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7D7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Program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 Gamer Physical Test</dc:title>
  <dc:subject>Pro Gamer Physical Test 중간발표</dc:subject>
  <dc:creator>jwlee</dc:creator>
  <cp:lastModifiedBy>jwlee</cp:lastModifiedBy>
  <cp:revision>1</cp:revision>
  <dcterms:created xsi:type="dcterms:W3CDTF">2026-05-20T17:49:06Z</dcterms:created>
  <dcterms:modified xsi:type="dcterms:W3CDTF">2026-05-20T17:49:06Z</dcterms:modified>
</cp:coreProperties>
</file>